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27E67-F8EF-4CC4-8B19-C7FD724E2B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898FD0-B85B-4FA1-B09E-CCF0731132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272B869-320F-4D6E-9273-51664E0AE9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B5C606-6DD9-4453-B434-3C1B2CC316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A311D43-21EF-4041-81ED-28D5CD11DB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857B21B-B98A-4E83-B6E9-D49383F1AC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3412A3E-55D9-459E-BF6D-5728992657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0797ECA-A522-45C0-B913-CC213696FF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D966061-9EE2-4056-BC94-B13A3B5154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31C9868-A791-43C9-A2D5-54766D87CD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C325957-4B5E-4E36-95A5-BD3EC9D89A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66FDD7-0BC5-4CA5-BD79-7C8907C6491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20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DA0BE2-D5C6-4765-B743-0461C52335B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E90745-985E-49D7-9A5C-47FA0A5AFF4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1B88EC-7E09-4786-AC35-F0BB709BA27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E7EEFE-0353-446E-8110-4CE683575B4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89AF-EA31-433C-8338-309F42ECD76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B92894-F02B-448E-B354-4EEB9685F81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4939EB-937D-47D5-84D0-44A48547480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9687E-136B-4F57-B631-20C98EF6352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B7EB47-B5CC-47A5-A567-582F4305238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12D5E-2A87-4531-828D-0FEC373F8F1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 = a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print(f"Сторона квадрата: {a}")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квадрата: {S}")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Введите длину стороны квадрата:  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Сторона квадрата: 5.0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Площадь квадрата: 25.0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34440" y="2368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-164160" y="1679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 = a *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print(f"Стороны прямоугольника: {a} и {b}")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прямоугольника: {S}")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Введите длину первой стороны прямоугольника:  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Введите длину второй стороны прямоугольника: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Стороны прямоугольника: 5.0 и 3.0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Площадь прямоугольника: 15.0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217040" y="2114640"/>
            <a:ext cx="3762000" cy="80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ru-RU" sz="1000" spc="-1" strike="noStrike">
              <a:solidFill>
                <a:srgbClr val="000000"/>
              </a:solidFill>
              <a:latin typeface="Liberation Mono;Courier New;Cousine;DejaVu Sans Mono"/>
              <a:ea typeface="Liberation Mono;Courier New;Cousine;DejaVu Sans Mono"/>
            </a:endParaRPr>
          </a:p>
          <a:p>
            <a:endParaRPr b="0" lang="ru-RU" sz="1000" spc="-1" strike="noStrike">
              <a:solidFill>
                <a:srgbClr val="000000"/>
              </a:solidFill>
              <a:latin typeface="Liberation Mono;Courier New;Cousine;DejaVu Sans Mono"/>
              <a:ea typeface="Liberation Mono;Courier New;Cousine;DejaVu Sans Mon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-180000" y="2890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 = (a +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print(f"Числа: {a} и {b}")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арифметическое: {S}")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0360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 = math.sqrt(a * b)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print(f"Числа: {a} и {b}")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геометрическое: {S}")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9552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 = math.sqrt(a ** 2 + b ** 2)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 = (a *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print(f"Катеты: {a} и {b}")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print(f"Гипотенуза: {c}")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print(f"Площадь: {S}")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print(f"{a}, {b}, {c}")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243680" y="2750760"/>
            <a:ext cx="3736080" cy="26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80400" y="2172240"/>
            <a:ext cx="6492600" cy="274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print(f"{year} — високосный год")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print(f"{year} — не високосный год")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print(f"{n} — чётное число")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print(f"{n} — нечётное число")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+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print(f"{a} &lt; {b}, поэтому вычисляем сумму: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-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print(f"{a} &gt;= {b}, поэтому вычисляем разность: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17):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чётных чисел: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pos_count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neg_count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&gt;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n &lt;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print(f"Положительных чисел: {pos_count}")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print(f"Отрицательных чисел: {neg_count}")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numbers.append(n)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max_num = max(numbers)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min_num = min(numbers)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A.append(n)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max_element = max(A)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A.count(max_element)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print(f"Максимальный элемент: {max_element}")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47240" y="1566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A.append(n)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sum_even = sum(A[::2])    # сумма элементов с чётными индексами (0, 2, 4, 6, 8)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sum_odd = sum(A[1::2])    # сумма элементов с нечётными индексами (1, 3, 5, 7, 9)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sum_even - sum_odd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print(f"Сумма элементов с чётными индексами: {sum_even}")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print(f"Сумма элементов с нечётными индексами: {sum_odd}")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c in text: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c in '0123456789':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text.replace(" ", "")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72200" y="4305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first_word = text.split()[0]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print(first_word)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записан в файл output.txt")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4084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27400" y="14277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print("Загадайте число из диапазона [N, M]")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N (нижняя граница):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 = int(input("Введите M (верхняя граница):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N, M = M,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questions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left =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right = M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while left &lt; right: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mid = (left + right) //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questions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answer = input(f"Ваше число больше {mid}? (да/нет): ").strip().lower()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answer == "да":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left = mid + 1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answer == "нет":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right = mid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print("Пожалуйста, отвечайте 'да' или 'нет'")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questions -=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print(f"Ваше число: {left}")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вопросов: {questions}")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2026-06-20T12:00:40Z</dcterms:modified>
  <cp:revision>14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